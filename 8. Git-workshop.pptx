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s1222022/git-workshop.git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097280"/>
            <a:ext cx="10362895" cy="4754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9FAFB"/>
                </a:solidFill>
                <a:latin typeface="Georgia"/>
              </a:defRPr>
            </a:pPr>
            <a:r>
              <a:t>Professionell Code Review i AI-Projekt</a:t>
            </a:r>
          </a:p>
          <a:p>
            <a:pPr algn="ctr">
              <a:spcBef>
                <a:spcPts val="1400"/>
              </a:spcBef>
              <a:defRPr sz="1800">
                <a:solidFill>
                  <a:srgbClr val="10B981"/>
                </a:solidFill>
                <a:latin typeface="Arial"/>
              </a:defRPr>
            </a:pPr>
            <a:r>
              <a:t>Teamarbete, PR-flöden &amp; Kvalitetssäkring (90 minuter)</a:t>
            </a:r>
            <a:br/>
            <a:r>
              <a:t>Scenario: Ni är två AI-utvecklare i samma ML-team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114800"/>
            <a:ext cx="2926080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B82F6"/>
                </a:solidFill>
                <a:latin typeface="Arial"/>
              </a:defRPr>
            </a:pPr>
            <a:r>
              <a:t>VAD?</a:t>
            </a:r>
          </a:p>
          <a:p>
            <a:pPr algn="ctr">
              <a:defRPr sz="1100">
                <a:solidFill>
                  <a:srgbClr val="F9FAFB"/>
                </a:solidFill>
                <a:latin typeface="Arial"/>
              </a:defRPr>
            </a:pPr>
            <a:r>
              <a:t>Praktisk Code Review &amp; Pull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4114800"/>
            <a:ext cx="2926080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B5CE6"/>
                </a:solidFill>
                <a:latin typeface="Arial"/>
              </a:defRPr>
            </a:pPr>
            <a:r>
              <a:t>VARFÖR?</a:t>
            </a:r>
          </a:p>
          <a:p>
            <a:pPr algn="ctr">
              <a:defRPr sz="1100">
                <a:solidFill>
                  <a:srgbClr val="F9FAFB"/>
                </a:solidFill>
                <a:latin typeface="Arial"/>
              </a:defRPr>
            </a:pPr>
            <a:r>
              <a:t>Kvalitetssäkra AI-kod &amp; undvika buggar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4114800"/>
            <a:ext cx="2926080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HUR?</a:t>
            </a:r>
          </a:p>
          <a:p>
            <a:pPr algn="ctr">
              <a:defRPr sz="1100">
                <a:solidFill>
                  <a:srgbClr val="F9FAFB"/>
                </a:solidFill>
                <a:latin typeface="Arial"/>
              </a:defRPr>
            </a:pPr>
            <a:r>
              <a:t>1+1 Review &amp; Feedback-loop i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A43B-4F16-504A-3D7B-831581FC8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14050" cy="1470025"/>
          </a:xfrm>
        </p:spPr>
        <p:txBody>
          <a:bodyPr>
            <a:normAutofit/>
          </a:bodyPr>
          <a:lstStyle/>
          <a:p>
            <a:r>
              <a:rPr lang="sv-SE" sz="8800" dirty="0">
                <a:hlinkClick r:id="rId2"/>
              </a:rPr>
              <a:t>GitHub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93010-8CCA-647B-2FF3-9AAAA0F67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350" y="3886200"/>
            <a:ext cx="11582400" cy="17526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https://github.com/Ars1222022/git-workshop.git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99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Georgia"/>
              </a:defRPr>
            </a:pPr>
            <a:r>
              <a:t>Systemdesign: Vad gör filerna i vårt AI-repo och varför?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B82F6"/>
                </a:solidFill>
                <a:latin typeface="Arial"/>
              </a:defRPr>
            </a:pPr>
            <a:r>
              <a:t>main.py  —  Systemets Huvudmotor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  <a:latin typeface="Arial"/>
              </a:defRPr>
            </a:pPr>
            <a:r>
              <a:t>Kopplar samman dataladdning och modellutvärdering. Kör hela pipelinen från start till mål.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201168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data_loader.py  —  Data Ingestion &amp; Sanering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  <a:latin typeface="Arial"/>
              </a:defRPr>
            </a:pPr>
            <a:r>
              <a:t>Läser in kunddata (churn). Ansvarar för att validera och rensa korrupt indata.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8B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8B5CE6"/>
                </a:solidFill>
                <a:latin typeface="Arial"/>
              </a:defRPr>
            </a:pPr>
            <a:r>
              <a:t>model_evaluator.py  —  AI-modellens Utvärdering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  <a:latin typeface="Arial"/>
              </a:defRPr>
            </a:pPr>
            <a:r>
              <a:t>Beräknar klassificeringsmått (Accuracy, Precision, Recall) och hanterar edge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tests/test_evaluator.py  —  Automatiserade Pytest-tester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  <a:latin typeface="Arial"/>
              </a:defRPr>
            </a:pPr>
            <a:r>
              <a:t>Garanterar att systemets alla moduler fungerar och stoppar trasig kod från att mergas.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Georgia"/>
              </a:defRPr>
            </a:pPr>
            <a:r>
              <a:t>Git/GitHub Grundflöde: Från Repo till Feature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250" b="1"/>
              <a:t>0. Kom igang (EN GANG)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1. GitHub-konto: github.com -&gt; Sign up (gratis)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2. Beratta vem du ar mot Git: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   git config --global user.name ”Ditt Namn”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   git config --global user.email ”din@epost.se”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3. Kopiera projektet:  python workshop_setup.py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  (skapar ai-system/ och installerar pytest)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250" b="1"/>
              <a:t>1. Skapa Repo &amp; Bjud in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DEV A: github.com -&gt; New Repository -&gt; ai-system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      (kryssa i Add a README) -&gt; Create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DEV A: repot -&gt; Settings -&gt; Collaborators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      -&gt; Add people -&gt; DEV B:s anvandarnamn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DEV B: acceptera inbjudan (e-post)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DEV B: git clone &lt;URL&gt;  # laddar ner repot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4688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250" b="1"/>
              <a:t>2. Skapa Feature Branch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Arbeta ALDRIG direkt pa main.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Branch = en egen kopia att testa i.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git checkout -b feature/data-validation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Kolla var du ar:  git branch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554480"/>
            <a:ext cx="24688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250" b="1"/>
              <a:t>3. Spara &amp; Skicka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Varje gang du fardigstallt kod: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git add .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git commit -m ”feat: add validation”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  git push origin feature/data-validation</a:t>
            </a:r>
          </a:p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rPr lang="sv-SE" sz="1000" b="0"/>
              <a:t>Nu ar din andring pa GitHub - redo for PR.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Georgia"/>
              </a:defRPr>
            </a:pPr>
            <a:r>
              <a:t>Pull Request &amp; 1+1 Code Review: Kvalitetssäkra Koden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Skapa Pull Request (PR)</a:t>
            </a:r>
          </a:p>
          <a:p>
            <a:pPr>
              <a:spcBef>
                <a:spcPts val="8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• VAD? En begäran om att slå ihop din branch med main.</a:t>
            </a:r>
            <a:br/>
            <a:br/>
            <a:r>
              <a:t>• STEG 1: Skriv PR-beskrivningen själv först!</a:t>
            </a:r>
            <a:br/>
            <a:r>
              <a:t>  - Vad har du ändrat?</a:t>
            </a:r>
            <a:br/>
            <a:r>
              <a:t>  - Varför behövs ändringen?</a:t>
            </a:r>
            <a:br/>
            <a:br/>
            <a:r>
              <a:t>• STEG 2: Använd AI som assistent!</a:t>
            </a:r>
            <a:br/>
            <a:r>
              <a:t>  - Klistra in din text i Copilot/AI för språkkontroll och strukturering.</a:t>
            </a:r>
            <a:br/>
            <a:r>
              <a:t>  - Låt AI kontrollera att du inte glömt viktiga detaljer.</a:t>
            </a:r>
            <a:br/>
            <a:br/>
            <a:r>
              <a:t>• WORKSHOPREGEL:</a:t>
            </a:r>
            <a:br/>
            <a:r>
              <a:t>  Alla PRs måste godkännas av en kollega innan merge!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8B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8B5CE6"/>
                </a:solidFill>
                <a:latin typeface="Arial"/>
              </a:defRPr>
            </a:pPr>
            <a:r>
              <a:t>1+1 Code Review-Regeln</a:t>
            </a:r>
          </a:p>
          <a:p>
            <a:pPr>
              <a:spcBef>
                <a:spcPts val="8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När du granskar din kollegas PR ska du ge:</a:t>
            </a:r>
            <a:br/>
            <a:br/>
            <a:r>
              <a:t>1. [+] Beröm (1 sak som är bra)</a:t>
            </a:r>
            <a:br/>
            <a:r>
              <a:t>   - T.ex. 'Snygg felhantering!', 'Tydliga docstrings!'</a:t>
            </a:r>
            <a:br/>
            <a:br/>
            <a:r>
              <a:t>2. [!] Förbättringspunkt (1 konkret förslag)</a:t>
            </a:r>
            <a:br/>
            <a:r>
              <a:t>   - T.ex. 'Vad händer om listan är tom?', 'Lägg till ett pytest-fall för detta edge-case.'</a:t>
            </a:r>
            <a:br/>
            <a:br/>
            <a:r>
              <a:t>3. Reviewerens 3 Linser:</a:t>
            </a:r>
            <a:br/>
            <a:r>
              <a:t>   - Korrekthet (Fungerar logiken?)</a:t>
            </a:r>
            <a:br/>
            <a:r>
              <a:t>   - Läsbarhet (Är koden enkel att förstå?)</a:t>
            </a:r>
            <a:br/>
            <a:r>
              <a:t>   - Tester (Finns relevanta pytest-fall?)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Georgia"/>
              </a:defRPr>
            </a:pPr>
            <a:r>
              <a:t>Feedback-loopen &amp; Squash Merge (Workshopens Hjärta)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011680"/>
          </a:xfrm>
          <a:prstGeom prst="roundRect">
            <a:avLst/>
          </a:prstGeom>
          <a:solidFill>
            <a:srgbClr val="1F29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Hur fungerar feedback-loopen i praktiken?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  <a:latin typeface="Arial"/>
              </a:defRPr>
            </a:pPr>
            <a:r>
              <a:t>1. Utvecklaren får feedback i sin PR från Reviewern.</a:t>
            </a:r>
            <a:br/>
            <a:r>
              <a:t>2. Utvecklaren ändrar koden lokalt i VS Code och gör 'git commit' + 'git push'.</a:t>
            </a:r>
            <a:br/>
            <a:r>
              <a:t>3. GitHub uppdaterar automatiskt PR:n med den nya committen!</a:t>
            </a:r>
            <a:br/>
            <a:r>
              <a:t>4. Reviewern ser ändringen, blir nöjd och trycker 'Approve'.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5120640" cy="2468880"/>
          </a:xfrm>
          <a:prstGeom prst="roundRect">
            <a:avLst/>
          </a:prstGeom>
          <a:solidFill>
            <a:srgbClr val="1F29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Synka med main &amp; Konflikter</a:t>
            </a:r>
          </a:p>
          <a:p>
            <a:pPr>
              <a:spcBef>
                <a:spcPts val="6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• Om main har uppdaterats under tiden:</a:t>
            </a:r>
            <a:br/>
            <a:r>
              <a:t>  Kör 'git checkout main' -&gt; 'git pull' -&gt; switcha tillbaka och kör 'git merge main'.</a:t>
            </a:r>
            <a:br/>
            <a:r>
              <a:t>• Om konflikt uppstår i VS Code:</a:t>
            </a:r>
            <a:br/>
            <a:r>
              <a:t>  Välj 'Accept Current' eller 'Incoming', spara, commit och push!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212080" cy="2468880"/>
          </a:xfrm>
          <a:prstGeom prst="roundRect">
            <a:avLst/>
          </a:prstGeom>
          <a:solidFill>
            <a:srgbClr val="1F2937"/>
          </a:solidFill>
          <a:ln>
            <a:solidFill>
              <a:srgbClr val="8B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8B5CE6"/>
                </a:solidFill>
                <a:latin typeface="Arial"/>
              </a:defRPr>
            </a:pPr>
            <a:r>
              <a:t>Squash and Merge</a:t>
            </a:r>
          </a:p>
          <a:p>
            <a:pPr>
              <a:spcBef>
                <a:spcPts val="6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• VAD? Slår ihop alla små-commits från din branch till EN ren commit på main.</a:t>
            </a:r>
            <a:br/>
            <a:r>
              <a:t>• VARFÖR? Håller main-historiken städad och lättläst.</a:t>
            </a:r>
            <a:br/>
            <a:r>
              <a:t>• HUR? Välj 'Squash and Merge' i dropdown-menyn på GitHub när PR:n godkänts.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Georgia"/>
              </a:defRPr>
            </a:pPr>
            <a:r>
              <a:t>Workshop Del 1: Rollfördelning &amp; Kodändringar (25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Dev A: Indatavalidering</a:t>
            </a:r>
          </a:p>
          <a:p>
            <a:pPr>
              <a:spcBef>
                <a:spcPts val="8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• UPPGIFT: Filtrera bort korrupt data i data_loader.py.</a:t>
            </a:r>
            <a:br/>
            <a:r>
              <a:t>• VAD SKA GÖRAS?</a:t>
            </a:r>
            <a:br/>
            <a:r>
              <a:t>  1. Skapa branch 'feature/add-data-validation'.</a:t>
            </a:r>
            <a:br/>
            <a:r>
              <a:t>  2. Rensa bort poster där tenure_months &lt; 0.</a:t>
            </a:r>
            <a:br/>
            <a:r>
              <a:t>  3. Skriv ett pytest-fall i tests/test_evaluator.py som verifierar att inga negativa värden finns kvar.</a:t>
            </a:r>
            <a:br/>
            <a:r>
              <a:t>  4. Commit &amp; push.</a:t>
            </a:r>
            <a:br/>
            <a:r>
              <a:t>  5. Skriv PR-text manuellt -&gt; förbättra med AI -&gt; öppna PR!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Dev B: Precision &amp; Recall</a:t>
            </a:r>
          </a:p>
          <a:p>
            <a:pPr>
              <a:spcBef>
                <a:spcPts val="8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• UPPGIFT: Utöka utvärderingsmåtten i model_evaluator.py.</a:t>
            </a:r>
            <a:br/>
            <a:r>
              <a:t>• VAD SKA GÖRAS?</a:t>
            </a:r>
            <a:br/>
            <a:r>
              <a:t>  1. Skapa branch 'feature/add-precision-recall'.</a:t>
            </a:r>
            <a:br/>
            <a:r>
              <a:t>  2. Implementera beräkning av precision och recall (med nolldivisionsskydd!).</a:t>
            </a:r>
            <a:br/>
            <a:r>
              <a:t>  3. Skriv ett pytest-fall i tests/test_evaluator.py för precision/recall.</a:t>
            </a:r>
            <a:br/>
            <a:r>
              <a:t>  4. Commit &amp; push.</a:t>
            </a:r>
            <a:br/>
            <a:r>
              <a:t>  5. Skriv PR-text manuellt -&gt; förbättra med AI -&gt; öppna PR!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Georgia"/>
              </a:defRPr>
            </a:pPr>
            <a:r>
              <a:t>Workshop Del 2: Code Review, Feedback &amp; Roller (40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8B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8B5CE6"/>
                </a:solidFill>
                <a:latin typeface="Arial"/>
              </a:defRPr>
            </a:pPr>
            <a:r>
              <a:t>Runda 1: Dev A granskar Dev B (20 min)</a:t>
            </a:r>
          </a:p>
          <a:p>
            <a:pPr>
              <a:spcBef>
                <a:spcPts val="8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1. Dev A öppnar Dev B:s PR på GitHub.</a:t>
            </a:r>
            <a:br/>
            <a:r>
              <a:t>2. Dev A tillämpar 1+1-regeln:</a:t>
            </a:r>
            <a:br/>
            <a:r>
              <a:t>   - [+] 1 Beröm i en kommentar.</a:t>
            </a:r>
            <a:br/>
            <a:r>
              <a:t>   - [!] 1 Förbättringspunkt (t.ex. 'Vad händer om tp+fp == 0?').</a:t>
            </a:r>
            <a:br/>
            <a:r>
              <a:t>3. Dev B åtgärdar koden lokalt i VS Code, commit &amp; push.</a:t>
            </a:r>
            <a:br/>
            <a:r>
              <a:t>4. Dev A ser uppdateringen, klickar 'Approve' och 'Squash and Merge'!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Runda 2: Byt roller! Dev B granskar Dev A (20 min)</a:t>
            </a:r>
          </a:p>
          <a:p>
            <a:pPr>
              <a:spcBef>
                <a:spcPts val="800"/>
              </a:spcBef>
              <a:defRPr sz="1200">
                <a:solidFill>
                  <a:srgbClr val="F9FAFB"/>
                </a:solidFill>
                <a:latin typeface="Arial"/>
              </a:defRPr>
            </a:pPr>
            <a:r>
              <a:t>1. Dev B öppnar Dev A:s PR på GitHub.</a:t>
            </a:r>
            <a:br/>
            <a:r>
              <a:t>2. Dev B tillämpar 1+1-regeln:</a:t>
            </a:r>
            <a:br/>
            <a:r>
              <a:t>   - [+] 1 Beröm i en kommentar.</a:t>
            </a:r>
            <a:br/>
            <a:r>
              <a:t>   - [!] 1 Förbättringspunkt (t.ex. 'Lägg till ett testfall i pytest som kollar att längden minskat').</a:t>
            </a:r>
            <a:br/>
            <a:r>
              <a:t>3. Dev A åtgärdar koden lokalt i VS Code, commit &amp; push.</a:t>
            </a:r>
            <a:br/>
            <a:r>
              <a:t>4. Dev B ser uppdateringen, klickar 'Approve' och 'Squash and Merge'!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Georgia"/>
              </a:defRPr>
            </a:pPr>
            <a:r>
              <a:t>Workshop Del 3: Integration, Pytest &amp; Utvärdering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2011680"/>
          </a:xfrm>
          <a:prstGeom prst="roundRect">
            <a:avLst/>
          </a:prstGeom>
          <a:solidFill>
            <a:srgbClr val="1F29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Slutintegration på main (10 min)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  <a:latin typeface="Arial"/>
              </a:defRPr>
            </a:pPr>
            <a:r>
              <a:t>1. Båda utvecklarna kör lokalt i terminalen: git checkout main -&gt; git pull origin main.</a:t>
            </a:r>
            <a:br/>
            <a:r>
              <a:t>2. Verifiera att hela systemet fungerar med båda förbättringarna: python main.py.</a:t>
            </a:r>
            <a:br/>
            <a:r>
              <a:t>3. Kör alla automatiserade tester: pytest.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rPr lang="sv-SE" sz="1250" b="1"/>
              <a:t>Utvärdering &amp; Lärdomar (5 min)</a:t>
            </a:r>
          </a:p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rPr lang="sv-SE" sz="1000" b="0"/>
              <a:t>Hur kändes det att ge och ta emot 1+1-feedback?</a:t>
            </a:r>
          </a:p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rPr lang="sv-SE" sz="1000" b="0"/>
              <a:t>Vad gjorde PR-beskrivningen bra?</a:t>
            </a:r>
          </a:p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rPr lang="sv-SE" sz="1000" b="0"/>
              <a:t>Vad hade du velat veta redan i steg 0?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1294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Arseniy Buzyan (extern)</cp:lastModifiedBy>
  <cp:revision>3</cp:revision>
  <dcterms:created xsi:type="dcterms:W3CDTF">2013-01-27T09:14:16Z</dcterms:created>
  <dcterms:modified xsi:type="dcterms:W3CDTF">2026-10-03T18:57:36Z</dcterms:modified>
  <cp:category/>
</cp:coreProperties>
</file>